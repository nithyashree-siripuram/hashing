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F3774-22DD-2EF2-41EF-29367614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6C5EC-8C15-5D5E-313F-3F2B1EB78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C3FBC-417A-3529-AF94-360E5194C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DA-FB1C-4530-90E6-4B7629D8B379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51799-BACB-2DBB-D612-DC28E8E9B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27D69-3765-0C75-F45E-99A991BB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10A2-6416-4E75-84B3-95B8AF002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28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107B-DF0E-7552-4E98-1AB85A432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E474C-8763-490E-791C-E0D316B55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C6F57-E02D-D906-BF85-F9BE8CD98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DA-FB1C-4530-90E6-4B7629D8B379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F7F0D-CBE4-B03E-B650-DA7D777F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43296-40B7-6443-8B8C-8CB7CAFF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10A2-6416-4E75-84B3-95B8AF002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137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95FC-6699-151F-F579-32141A67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CF466-1602-246E-43ED-A607088AF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4E0B7-BF75-C548-1A45-7D2B9AC5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DA-FB1C-4530-90E6-4B7629D8B379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5DBB6-234A-9D4E-A3B1-EB481DE25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43443-8DCE-A038-72CA-303152C99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10A2-6416-4E75-84B3-95B8AF002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79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23BC4-D604-B3FC-A95C-0458A347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1A4B5-518A-DD41-7594-46619F3858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E12AC-A259-A4B4-0A7C-F5DA08DEE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2B252-EF16-5503-BC32-397FE1EE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DA-FB1C-4530-90E6-4B7629D8B379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E411F-C85E-F421-A825-228966C8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F87A2-BD51-55D3-1761-D59CA0E9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10A2-6416-4E75-84B3-95B8AF002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689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19061-5EFF-E383-FA24-894A96F9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EB981-F6F2-5DF8-0B18-C3B9C365A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CF652-E9D2-CEEF-6EF1-A9F3FB504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71A2A-80D3-3958-9D0E-5E1D36168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090DC1-54AB-7CF1-5193-875ACB25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707277-B212-8DDF-9F99-DC3B072C7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DA-FB1C-4530-90E6-4B7629D8B379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D7C1C-1285-01E7-86C2-A49699045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DF6149-AED2-1E36-CD87-0414C0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10A2-6416-4E75-84B3-95B8AF002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318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D36BD-E39C-2B70-BAB1-5FCE2F6AC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7521A-F353-FD7B-6061-A81F7EA6A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DA-FB1C-4530-90E6-4B7629D8B379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AB1EB-1213-1F8B-E93B-C515A329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62871-D7F5-605E-C4C9-705824BE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10A2-6416-4E75-84B3-95B8AF002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740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3D115-76BB-E382-B145-EFCC39C63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DA-FB1C-4530-90E6-4B7629D8B379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F9EE1C-A8F7-8D09-3D19-5075B9477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50C16-580A-321C-8D5D-D477A280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10A2-6416-4E75-84B3-95B8AF002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02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821A5-56C8-A56D-89BF-4F8C4BB4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D88AA-9A0C-428A-585B-A73C1F850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F636E-D3F1-2ABC-1BBF-BEFAA097A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60F18-AF3D-E493-EE40-23A1DD0AD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DA-FB1C-4530-90E6-4B7629D8B379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0132F-F9AC-9F04-1E24-A4B42B88B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91677-53DD-5E2F-C7E8-F46F401A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10A2-6416-4E75-84B3-95B8AF002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58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9F74-969F-B361-AC3A-3D0A0B963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1558A-6C8D-4207-ADF2-B20D7F2E69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7AE5E-65AC-8153-A2E6-D63E40DC0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0A9A8D-AB36-4AF7-92FE-BF7AF57A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DA-FB1C-4530-90E6-4B7629D8B379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0041D-2921-F30C-2075-B372DC377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15CDD-1A43-101C-0F15-CD4D46A4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10A2-6416-4E75-84B3-95B8AF002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16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C8F4E-806F-FBE8-5763-9EE0DA93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26EE51-829D-323A-F786-9D1F9B7FC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0DFFB-ADB9-879B-50D6-E005A2FF4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DA-FB1C-4530-90E6-4B7629D8B379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C867A-AA10-575F-2F01-91E1A83F8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E8A6E-C7E9-C606-28C3-2746EC63C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10A2-6416-4E75-84B3-95B8AF002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123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31548E-2750-9B64-48A1-9C21DEFEA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624E5-2AB1-B6C1-8F85-A1C992427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28D91-B2FD-2A6E-7573-68EC7961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77DA-FB1C-4530-90E6-4B7629D8B379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F33B-AE8B-BA9F-8673-77D1C362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59C21-ACBD-FA06-2278-1C3D9F0FC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10A2-6416-4E75-84B3-95B8AF002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177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303BC-E8DD-D1D5-CD93-BE0FCB3E8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0D1FF-5973-B817-5128-0881B5C8B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879C0-62BF-476F-0B1C-0E543D3B6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277DA-FB1C-4530-90E6-4B7629D8B379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11625-C438-3E4F-555B-F4A34DA4C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926CA-6F5B-9CA3-2CA1-0907B8C44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A10A2-6416-4E75-84B3-95B8AF0026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30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B6E8-EB7A-A0DA-ECA1-B6F513B99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92326" cy="4463549"/>
          </a:xfrm>
        </p:spPr>
        <p:txBody>
          <a:bodyPr>
            <a:noAutofit/>
          </a:bodyPr>
          <a:lstStyle/>
          <a:p>
            <a:pPr algn="ctr"/>
            <a:r>
              <a:rPr lang="en-US" sz="9600" dirty="0"/>
              <a:t>HASHSET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3341937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62F8B-7695-8AEA-6378-41D9D4D0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C123D5-509F-EF78-E28B-7EC4B51AA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0142" y="731018"/>
            <a:ext cx="8849032" cy="5070014"/>
          </a:xfrm>
        </p:spPr>
        <p:txBody>
          <a:bodyPr/>
          <a:lstStyle/>
          <a:p>
            <a:r>
              <a:rPr lang="en-US" dirty="0"/>
              <a:t>HashSet in java</a:t>
            </a:r>
          </a:p>
          <a:p>
            <a:pPr algn="just"/>
            <a:r>
              <a:rPr lang="en-US" dirty="0"/>
              <a:t>Insert /Ass –O(1)</a:t>
            </a:r>
          </a:p>
          <a:p>
            <a:pPr algn="just"/>
            <a:r>
              <a:rPr lang="en-US" dirty="0"/>
              <a:t>Search /contains  -O(1)</a:t>
            </a:r>
          </a:p>
          <a:p>
            <a:pPr algn="just"/>
            <a:r>
              <a:rPr lang="en-US" dirty="0"/>
              <a:t>Delete/Remove –O(1)</a:t>
            </a:r>
          </a:p>
          <a:p>
            <a:pPr algn="just"/>
            <a:r>
              <a:rPr lang="en-US" dirty="0"/>
              <a:t>-&gt; In </a:t>
            </a:r>
            <a:r>
              <a:rPr lang="en-US" dirty="0" err="1"/>
              <a:t>hashset</a:t>
            </a:r>
            <a:r>
              <a:rPr lang="en-US" dirty="0"/>
              <a:t> </a:t>
            </a:r>
            <a:r>
              <a:rPr lang="en-US" dirty="0" err="1"/>
              <a:t>timecomplexity</a:t>
            </a:r>
            <a:r>
              <a:rPr lang="en-US" dirty="0"/>
              <a:t> is less compare to array…</a:t>
            </a:r>
          </a:p>
          <a:p>
            <a:pPr algn="just"/>
            <a:r>
              <a:rPr lang="en-US" dirty="0"/>
              <a:t>But in array</a:t>
            </a:r>
          </a:p>
          <a:p>
            <a:pPr algn="just"/>
            <a:r>
              <a:rPr lang="en-US" dirty="0"/>
              <a:t>Insert-O(1)</a:t>
            </a:r>
          </a:p>
          <a:p>
            <a:pPr algn="just"/>
            <a:r>
              <a:rPr lang="en-US" dirty="0"/>
              <a:t>Search-O(n)</a:t>
            </a:r>
          </a:p>
          <a:p>
            <a:pPr algn="just"/>
            <a:r>
              <a:rPr lang="en-US" dirty="0"/>
              <a:t>Delete-O(n)</a:t>
            </a:r>
          </a:p>
        </p:txBody>
      </p:sp>
    </p:spTree>
    <p:extLst>
      <p:ext uri="{BB962C8B-B14F-4D97-AF65-F5344CB8AC3E}">
        <p14:creationId xmlns:p14="http://schemas.microsoft.com/office/powerpoint/2010/main" val="2855322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B90637-C60F-F1A3-2438-0F4BD22EB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147" y="561474"/>
            <a:ext cx="9849853" cy="6047873"/>
          </a:xfrm>
        </p:spPr>
        <p:txBody>
          <a:bodyPr/>
          <a:lstStyle/>
          <a:p>
            <a:pPr algn="just"/>
            <a:r>
              <a:rPr lang="en-US" dirty="0"/>
              <a:t>HashSet :order is not fixed (Unorder, and no duplicates allowed)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Imports:</a:t>
            </a:r>
          </a:p>
          <a:p>
            <a:pPr algn="just"/>
            <a:r>
              <a:rPr lang="en-US" dirty="0"/>
              <a:t>import </a:t>
            </a:r>
            <a:r>
              <a:rPr lang="en-US" dirty="0" err="1"/>
              <a:t>java.util.HashSet</a:t>
            </a:r>
            <a:endParaRPr lang="en-US" dirty="0"/>
          </a:p>
          <a:p>
            <a:pPr algn="just"/>
            <a:r>
              <a:rPr lang="en-US" dirty="0"/>
              <a:t>Import </a:t>
            </a:r>
            <a:r>
              <a:rPr lang="en-US" dirty="0" err="1"/>
              <a:t>java.util.Iterator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//creating</a:t>
            </a:r>
          </a:p>
          <a:p>
            <a:pPr algn="just"/>
            <a:r>
              <a:rPr lang="en-US" dirty="0"/>
              <a:t>HashSet&lt;Integer&gt; set=new HashSet&lt;&gt;();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//Inserting </a:t>
            </a:r>
          </a:p>
          <a:p>
            <a:pPr algn="just"/>
            <a:r>
              <a:rPr lang="en-IN" dirty="0" err="1"/>
              <a:t>set.add</a:t>
            </a:r>
            <a:r>
              <a:rPr lang="en-IN" dirty="0"/>
              <a:t>(1);</a:t>
            </a:r>
          </a:p>
          <a:p>
            <a:pPr algn="just"/>
            <a:r>
              <a:rPr lang="en-IN" dirty="0" err="1"/>
              <a:t>Set.add</a:t>
            </a:r>
            <a:r>
              <a:rPr lang="en-IN" dirty="0"/>
              <a:t>(10);</a:t>
            </a:r>
          </a:p>
          <a:p>
            <a:pPr algn="just"/>
            <a:r>
              <a:rPr lang="en-IN" dirty="0" err="1"/>
              <a:t>Set.add</a:t>
            </a:r>
            <a:r>
              <a:rPr lang="en-IN" dirty="0"/>
              <a:t>(5);</a:t>
            </a:r>
          </a:p>
        </p:txBody>
      </p:sp>
    </p:spTree>
    <p:extLst>
      <p:ext uri="{BB962C8B-B14F-4D97-AF65-F5344CB8AC3E}">
        <p14:creationId xmlns:p14="http://schemas.microsoft.com/office/powerpoint/2010/main" val="3596445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21B9D-237F-FA39-9E38-B03C253C1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843" y="352926"/>
            <a:ext cx="11032958" cy="6304547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//Delete</a:t>
            </a:r>
          </a:p>
          <a:p>
            <a:pPr marL="0" indent="0" algn="just">
              <a:buNone/>
            </a:pPr>
            <a:r>
              <a:rPr lang="en-US" dirty="0" err="1"/>
              <a:t>Set.remove</a:t>
            </a:r>
            <a:r>
              <a:rPr lang="en-US" dirty="0"/>
              <a:t>(10);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//search -&gt;we use keyword contains</a:t>
            </a:r>
          </a:p>
          <a:p>
            <a:pPr marL="0" indent="0" algn="just">
              <a:buNone/>
            </a:pPr>
            <a:r>
              <a:rPr lang="en-US" dirty="0" err="1"/>
              <a:t>Set.contains</a:t>
            </a:r>
            <a:r>
              <a:rPr lang="en-US" dirty="0"/>
              <a:t>(5);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//Size</a:t>
            </a:r>
          </a:p>
          <a:p>
            <a:pPr marL="0" indent="0" algn="just">
              <a:buNone/>
            </a:pPr>
            <a:r>
              <a:rPr lang="en-US" dirty="0" err="1"/>
              <a:t>Set.size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//print all elements</a:t>
            </a:r>
          </a:p>
          <a:p>
            <a:pPr marL="0" indent="0" algn="just">
              <a:buNone/>
            </a:pPr>
            <a:r>
              <a:rPr lang="en-US" dirty="0" err="1"/>
              <a:t>System.out.println</a:t>
            </a:r>
            <a:r>
              <a:rPr lang="en-US" dirty="0"/>
              <a:t>(set);</a:t>
            </a:r>
          </a:p>
        </p:txBody>
      </p:sp>
    </p:spTree>
    <p:extLst>
      <p:ext uri="{BB962C8B-B14F-4D97-AF65-F5344CB8AC3E}">
        <p14:creationId xmlns:p14="http://schemas.microsoft.com/office/powerpoint/2010/main" val="3652978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A649B-8437-F001-FB41-BA174F3E1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834189"/>
            <a:ext cx="10920663" cy="5342774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//Iterator</a:t>
            </a:r>
          </a:p>
          <a:p>
            <a:pPr marL="0" indent="0" algn="just">
              <a:buNone/>
            </a:pPr>
            <a:r>
              <a:rPr lang="en-US" dirty="0"/>
              <a:t>Iterator&lt;Integer&gt; it=</a:t>
            </a:r>
            <a:r>
              <a:rPr lang="en-US" dirty="0" err="1"/>
              <a:t>set.iterator</a:t>
            </a:r>
            <a:r>
              <a:rPr lang="en-US" dirty="0"/>
              <a:t>();</a:t>
            </a:r>
            <a:endParaRPr lang="en-IN" dirty="0"/>
          </a:p>
          <a:p>
            <a:pPr algn="just"/>
            <a:endParaRPr lang="en-IN" dirty="0"/>
          </a:p>
          <a:p>
            <a:pPr marL="0" indent="0" algn="just">
              <a:buNone/>
            </a:pPr>
            <a:r>
              <a:rPr lang="en-IN" dirty="0"/>
              <a:t>Iterator is a interface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-&gt;next();</a:t>
            </a:r>
          </a:p>
          <a:p>
            <a:pPr marL="0" indent="0" algn="just">
              <a:buNone/>
            </a:pPr>
            <a:r>
              <a:rPr lang="en-IN" dirty="0"/>
              <a:t>Returns the elements</a:t>
            </a:r>
          </a:p>
          <a:p>
            <a:pPr marL="0" indent="0" algn="just">
              <a:buNone/>
            </a:pPr>
            <a:r>
              <a:rPr lang="en-IN" dirty="0"/>
              <a:t>At first it has null  so for print we use next();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6F76F-14D1-12F1-E6A1-A13D48F08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509" y="834189"/>
            <a:ext cx="4785291" cy="2073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3D3922-F6B5-83D3-10A3-D88A19FB0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362" y="3179261"/>
            <a:ext cx="2644369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163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13354-F72E-ED74-3D0A-CA2600582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27" y="914400"/>
            <a:ext cx="10696074" cy="571098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-&gt;</a:t>
            </a:r>
            <a:r>
              <a:rPr lang="en-US" dirty="0" err="1"/>
              <a:t>hashNext</a:t>
            </a:r>
            <a:r>
              <a:rPr lang="en-US" dirty="0"/>
              <a:t>()</a:t>
            </a:r>
          </a:p>
          <a:p>
            <a:pPr marL="0" indent="0" algn="just">
              <a:buNone/>
            </a:pPr>
            <a:r>
              <a:rPr lang="en-IN" dirty="0" err="1"/>
              <a:t>It.hashNext</a:t>
            </a:r>
            <a:r>
              <a:rPr lang="en-IN" dirty="0"/>
              <a:t>() -&gt;will return true or false</a:t>
            </a:r>
          </a:p>
          <a:p>
            <a:pPr marL="0" indent="0" algn="just">
              <a:buNone/>
            </a:pPr>
            <a:r>
              <a:rPr lang="en-IN" dirty="0"/>
              <a:t>That means if next value is </a:t>
            </a:r>
            <a:r>
              <a:rPr lang="en-IN" dirty="0" err="1"/>
              <a:t>ther</a:t>
            </a:r>
            <a:r>
              <a:rPr lang="en-IN" dirty="0"/>
              <a:t> return true…else return false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By using next()  &amp; </a:t>
            </a:r>
            <a:r>
              <a:rPr lang="en-IN" dirty="0" err="1"/>
              <a:t>hasNext</a:t>
            </a:r>
            <a:r>
              <a:rPr lang="en-IN" dirty="0"/>
              <a:t>() functions we can iterate the set..</a:t>
            </a:r>
          </a:p>
          <a:p>
            <a:pPr marL="0" indent="0" algn="just">
              <a:buNone/>
            </a:pPr>
            <a:r>
              <a:rPr lang="en-IN" dirty="0" err="1"/>
              <a:t>Synatx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Iterator&lt;Integer&gt; it=</a:t>
            </a:r>
            <a:r>
              <a:rPr lang="en-IN" dirty="0" err="1"/>
              <a:t>set.iterator</a:t>
            </a:r>
            <a:r>
              <a:rPr lang="en-IN" dirty="0"/>
              <a:t>(); </a:t>
            </a:r>
          </a:p>
          <a:p>
            <a:pPr marL="0" indent="0">
              <a:buNone/>
            </a:pPr>
            <a:r>
              <a:rPr lang="en-IN" b="1" dirty="0"/>
              <a:t>while</a:t>
            </a:r>
            <a:r>
              <a:rPr lang="en-IN" dirty="0"/>
              <a:t>(</a:t>
            </a:r>
            <a:r>
              <a:rPr lang="en-IN" dirty="0" err="1"/>
              <a:t>it.hasNext</a:t>
            </a:r>
            <a:r>
              <a:rPr lang="en-IN" dirty="0"/>
              <a:t>()){</a:t>
            </a:r>
          </a:p>
          <a:p>
            <a:pPr marL="0" indent="0">
              <a:buNone/>
            </a:pPr>
            <a:r>
              <a:rPr lang="en-IN" dirty="0" err="1"/>
              <a:t>System.</a:t>
            </a:r>
            <a:r>
              <a:rPr lang="en-IN" b="1" i="1" dirty="0" err="1"/>
              <a:t>out</a:t>
            </a:r>
            <a:r>
              <a:rPr lang="en-IN" dirty="0" err="1"/>
              <a:t>.print</a:t>
            </a:r>
            <a:r>
              <a:rPr lang="en-IN" dirty="0"/>
              <a:t>(</a:t>
            </a:r>
            <a:r>
              <a:rPr lang="en-IN" dirty="0" err="1"/>
              <a:t>it.next</a:t>
            </a:r>
            <a:r>
              <a:rPr lang="en-IN" dirty="0"/>
              <a:t>()+" ");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5263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ED0AA-E277-9E20-91D2-BBE04C64C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433137"/>
            <a:ext cx="11049000" cy="5743826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NOTE:</a:t>
            </a:r>
          </a:p>
          <a:p>
            <a:pPr marL="0" indent="0" algn="just">
              <a:buNone/>
            </a:pPr>
            <a:r>
              <a:rPr lang="en-IN" dirty="0"/>
              <a:t>Allows one null only..</a:t>
            </a:r>
          </a:p>
          <a:p>
            <a:pPr marL="0" indent="0" algn="just">
              <a:buNone/>
            </a:pPr>
            <a:r>
              <a:rPr lang="en-IN" dirty="0" err="1"/>
              <a:t>set.add</a:t>
            </a:r>
            <a:r>
              <a:rPr lang="en-IN" dirty="0"/>
              <a:t>(null);</a:t>
            </a:r>
          </a:p>
          <a:p>
            <a:pPr marL="0" indent="0" algn="just">
              <a:buNone/>
            </a:pPr>
            <a:r>
              <a:rPr lang="en-IN" dirty="0" err="1"/>
              <a:t>set.add</a:t>
            </a:r>
            <a:r>
              <a:rPr lang="en-IN" dirty="0"/>
              <a:t>(null);</a:t>
            </a:r>
          </a:p>
          <a:p>
            <a:pPr marL="0" indent="0" algn="just">
              <a:buNone/>
            </a:pPr>
            <a:r>
              <a:rPr lang="en-IN" dirty="0" err="1"/>
              <a:t>System.out.println</a:t>
            </a:r>
            <a:r>
              <a:rPr lang="en-IN" dirty="0"/>
              <a:t>(set);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//</a:t>
            </a:r>
            <a:r>
              <a:rPr lang="en-IN" dirty="0" err="1"/>
              <a:t>isEmpty</a:t>
            </a:r>
            <a:r>
              <a:rPr lang="en-IN" dirty="0"/>
              <a:t>()</a:t>
            </a:r>
          </a:p>
          <a:p>
            <a:pPr marL="0" indent="0" algn="just">
              <a:buNone/>
            </a:pPr>
            <a:r>
              <a:rPr lang="en-IN" dirty="0" err="1"/>
              <a:t>Set.isEmpty</a:t>
            </a:r>
            <a:r>
              <a:rPr lang="en-IN" dirty="0"/>
              <a:t>()  -&gt;return true or </a:t>
            </a:r>
            <a:r>
              <a:rPr lang="en-IN" dirty="0" err="1"/>
              <a:t>flase</a:t>
            </a:r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//clear() -</a:t>
            </a:r>
            <a:r>
              <a:rPr lang="en-IN" dirty="0">
                <a:sym typeface="Wingdings" panose="05000000000000000000" pitchFamily="2" charset="2"/>
              </a:rPr>
              <a:t>Removes everything</a:t>
            </a:r>
          </a:p>
          <a:p>
            <a:pPr marL="0" indent="0" algn="just">
              <a:buNone/>
            </a:pPr>
            <a:r>
              <a:rPr lang="en-IN" dirty="0" err="1">
                <a:sym typeface="Wingdings" panose="05000000000000000000" pitchFamily="2" charset="2"/>
              </a:rPr>
              <a:t>Set.clear</a:t>
            </a:r>
            <a:r>
              <a:rPr lang="en-IN" dirty="0">
                <a:sym typeface="Wingdings" panose="05000000000000000000" pitchFamily="2" charset="2"/>
              </a:rPr>
              <a:t>();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7E636-F6DA-213A-3825-2995310B4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768" y="681037"/>
            <a:ext cx="3250414" cy="164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19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7ADA0-4E6F-EDEB-B9D0-9CE4EC754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529390"/>
            <a:ext cx="10968789" cy="56475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/>
              <a:t>HashSet&lt;Integer&gt; set = new HashSet&lt;&gt;();</a:t>
            </a:r>
          </a:p>
          <a:p>
            <a:pPr marL="0" indent="0">
              <a:buNone/>
            </a:pPr>
            <a:r>
              <a:rPr lang="en-IN" sz="3200" dirty="0" err="1"/>
              <a:t>boolean</a:t>
            </a:r>
            <a:r>
              <a:rPr lang="en-IN" sz="3200" dirty="0"/>
              <a:t> duplicate = false;</a:t>
            </a:r>
          </a:p>
          <a:p>
            <a:pPr marL="0" indent="0">
              <a:buNone/>
            </a:pPr>
            <a:r>
              <a:rPr lang="en-IN" sz="3200" dirty="0"/>
              <a:t>for(int </a:t>
            </a:r>
            <a:r>
              <a:rPr lang="en-IN" sz="3200" dirty="0" err="1"/>
              <a:t>num</a:t>
            </a:r>
            <a:r>
              <a:rPr lang="en-IN" sz="3200" dirty="0"/>
              <a:t> : </a:t>
            </a:r>
            <a:r>
              <a:rPr lang="en-IN" sz="3200" dirty="0" err="1"/>
              <a:t>arr</a:t>
            </a:r>
            <a:r>
              <a:rPr lang="en-IN" sz="3200" dirty="0"/>
              <a:t>){</a:t>
            </a:r>
          </a:p>
          <a:p>
            <a:pPr marL="0" indent="0">
              <a:buNone/>
            </a:pPr>
            <a:r>
              <a:rPr lang="en-IN" sz="3200" dirty="0"/>
              <a:t>   if(</a:t>
            </a:r>
            <a:r>
              <a:rPr lang="en-IN" sz="3200" dirty="0" err="1"/>
              <a:t>set.contains</a:t>
            </a:r>
            <a:r>
              <a:rPr lang="en-IN" sz="3200" dirty="0"/>
              <a:t>(</a:t>
            </a:r>
            <a:r>
              <a:rPr lang="en-IN" sz="3200" dirty="0" err="1"/>
              <a:t>num</a:t>
            </a:r>
            <a:r>
              <a:rPr lang="en-IN" sz="3200" dirty="0"/>
              <a:t>)){</a:t>
            </a:r>
          </a:p>
          <a:p>
            <a:pPr marL="0" indent="0">
              <a:buNone/>
            </a:pPr>
            <a:r>
              <a:rPr lang="en-IN" sz="3200" dirty="0"/>
              <a:t>     duplicate = true;</a:t>
            </a:r>
          </a:p>
          <a:p>
            <a:pPr marL="0" indent="0">
              <a:buNone/>
            </a:pPr>
            <a:r>
              <a:rPr lang="en-IN" sz="3200" dirty="0"/>
              <a:t>      break;</a:t>
            </a:r>
          </a:p>
          <a:p>
            <a:pPr marL="0" indent="0">
              <a:buNone/>
            </a:pPr>
            <a:r>
              <a:rPr lang="en-IN" sz="3200" dirty="0"/>
              <a:t>  }</a:t>
            </a:r>
          </a:p>
          <a:p>
            <a:pPr marL="0" indent="0">
              <a:buNone/>
            </a:pPr>
            <a:r>
              <a:rPr lang="en-IN" sz="3200" dirty="0"/>
              <a:t>    </a:t>
            </a:r>
            <a:r>
              <a:rPr lang="en-IN" sz="3200" dirty="0" err="1"/>
              <a:t>set.add</a:t>
            </a:r>
            <a:r>
              <a:rPr lang="en-IN" sz="3200" dirty="0"/>
              <a:t>(</a:t>
            </a:r>
            <a:r>
              <a:rPr lang="en-IN" sz="3200" dirty="0" err="1"/>
              <a:t>num</a:t>
            </a:r>
            <a:r>
              <a:rPr lang="en-IN" sz="3200" dirty="0"/>
              <a:t>);</a:t>
            </a:r>
          </a:p>
          <a:p>
            <a:pPr marL="0" indent="0">
              <a:buNone/>
            </a:pPr>
            <a:r>
              <a:rPr lang="en-IN" sz="3200" dirty="0"/>
              <a:t>}</a:t>
            </a:r>
          </a:p>
          <a:p>
            <a:pPr marL="0" indent="0">
              <a:buNone/>
            </a:pPr>
            <a:r>
              <a:rPr lang="en-IN" sz="3200" dirty="0" err="1"/>
              <a:t>System.out.println</a:t>
            </a:r>
            <a:r>
              <a:rPr lang="en-IN" sz="3200" dirty="0"/>
              <a:t>(duplicate);</a:t>
            </a:r>
          </a:p>
        </p:txBody>
      </p:sp>
    </p:spTree>
    <p:extLst>
      <p:ext uri="{BB962C8B-B14F-4D97-AF65-F5344CB8AC3E}">
        <p14:creationId xmlns:p14="http://schemas.microsoft.com/office/powerpoint/2010/main" val="3540435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BB725-740F-BED0-402F-4A11A8B2A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4" y="385010"/>
            <a:ext cx="11016917" cy="61280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Q. Do these two arrays have at least one common element?</a:t>
            </a:r>
          </a:p>
          <a:p>
            <a:pPr marL="0" indent="0">
              <a:buNone/>
            </a:pPr>
            <a:r>
              <a:rPr lang="en-IN" sz="2400" dirty="0"/>
              <a:t>HashSet&lt;Integer&gt; set = new HashSet&lt;&gt;();</a:t>
            </a:r>
          </a:p>
          <a:p>
            <a:pPr marL="0" indent="0">
              <a:buNone/>
            </a:pPr>
            <a:r>
              <a:rPr lang="en-IN" sz="2400" dirty="0"/>
              <a:t>for(int </a:t>
            </a:r>
            <a:r>
              <a:rPr lang="en-IN" sz="2400" dirty="0" err="1"/>
              <a:t>num</a:t>
            </a:r>
            <a:r>
              <a:rPr lang="en-IN" sz="2400" dirty="0"/>
              <a:t> : a){</a:t>
            </a:r>
          </a:p>
          <a:p>
            <a:pPr marL="0" indent="0">
              <a:buNone/>
            </a:pPr>
            <a:r>
              <a:rPr lang="en-IN" sz="2400" dirty="0"/>
              <a:t>    </a:t>
            </a:r>
            <a:r>
              <a:rPr lang="en-IN" sz="2400" dirty="0" err="1"/>
              <a:t>set.add</a:t>
            </a:r>
            <a:r>
              <a:rPr lang="en-IN" sz="2400" dirty="0"/>
              <a:t>(</a:t>
            </a:r>
            <a:r>
              <a:rPr lang="en-IN" sz="2400" dirty="0" err="1"/>
              <a:t>num</a:t>
            </a:r>
            <a:r>
              <a:rPr lang="en-IN" sz="2400" dirty="0"/>
              <a:t>);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r>
              <a:rPr lang="en-IN" sz="2400" dirty="0" err="1"/>
              <a:t>boolean</a:t>
            </a:r>
            <a:r>
              <a:rPr lang="en-IN" sz="2400" dirty="0"/>
              <a:t> found = false;</a:t>
            </a:r>
          </a:p>
          <a:p>
            <a:pPr marL="0" indent="0">
              <a:buNone/>
            </a:pPr>
            <a:r>
              <a:rPr lang="en-IN" sz="2400" dirty="0"/>
              <a:t>for(int </a:t>
            </a:r>
            <a:r>
              <a:rPr lang="en-IN" sz="2400" dirty="0" err="1"/>
              <a:t>num</a:t>
            </a:r>
            <a:r>
              <a:rPr lang="en-IN" sz="2400" dirty="0"/>
              <a:t> : b){</a:t>
            </a:r>
          </a:p>
          <a:p>
            <a:pPr marL="0" indent="0">
              <a:buNone/>
            </a:pPr>
            <a:r>
              <a:rPr lang="en-IN" sz="2400" dirty="0"/>
              <a:t>    if(</a:t>
            </a:r>
            <a:r>
              <a:rPr lang="en-IN" sz="2400" dirty="0" err="1"/>
              <a:t>set.contains</a:t>
            </a:r>
            <a:r>
              <a:rPr lang="en-IN" sz="2400" dirty="0"/>
              <a:t>(</a:t>
            </a:r>
            <a:r>
              <a:rPr lang="en-IN" sz="2400" dirty="0" err="1"/>
              <a:t>num</a:t>
            </a:r>
            <a:r>
              <a:rPr lang="en-IN" sz="2400" dirty="0"/>
              <a:t>)){</a:t>
            </a:r>
          </a:p>
          <a:p>
            <a:pPr marL="0" indent="0">
              <a:buNone/>
            </a:pPr>
            <a:r>
              <a:rPr lang="en-IN" sz="2400" dirty="0"/>
              <a:t>        found = true;</a:t>
            </a:r>
          </a:p>
          <a:p>
            <a:pPr marL="0" indent="0">
              <a:buNone/>
            </a:pPr>
            <a:r>
              <a:rPr lang="en-IN" sz="2400" dirty="0"/>
              <a:t>        break;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r>
              <a:rPr lang="en-IN" sz="2400" dirty="0" err="1"/>
              <a:t>System.out.println</a:t>
            </a:r>
            <a:r>
              <a:rPr lang="en-IN" sz="2400" dirty="0"/>
              <a:t>(found);</a:t>
            </a:r>
          </a:p>
        </p:txBody>
      </p:sp>
    </p:spTree>
    <p:extLst>
      <p:ext uri="{BB962C8B-B14F-4D97-AF65-F5344CB8AC3E}">
        <p14:creationId xmlns:p14="http://schemas.microsoft.com/office/powerpoint/2010/main" val="1478380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D76C0-5147-2004-0B36-A0437496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B954C-47C4-3F0A-44F0-20B4D4AA9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92326" cy="4463549"/>
          </a:xfrm>
        </p:spPr>
        <p:txBody>
          <a:bodyPr>
            <a:noAutofit/>
          </a:bodyPr>
          <a:lstStyle/>
          <a:p>
            <a:pPr algn="ctr"/>
            <a:r>
              <a:rPr lang="en-US" sz="9600" dirty="0"/>
              <a:t>HASHMAP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2598466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14ED0-129A-E702-7CB9-091836E5E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5" y="465222"/>
            <a:ext cx="11016916" cy="60799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Hashmap</a:t>
            </a:r>
            <a:r>
              <a:rPr lang="en-US" dirty="0"/>
              <a:t> :stores key and values</a:t>
            </a:r>
          </a:p>
          <a:p>
            <a:pPr marL="0" indent="0">
              <a:buNone/>
            </a:pPr>
            <a:r>
              <a:rPr lang="en-US" dirty="0"/>
              <a:t>Unordered map..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must be  unique</a:t>
            </a:r>
          </a:p>
          <a:p>
            <a:pPr marL="0" indent="0">
              <a:buNone/>
            </a:pPr>
            <a:r>
              <a:rPr lang="en-US" dirty="0"/>
              <a:t>Values may or  may not be unique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//imports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java.util.HashMap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//create</a:t>
            </a:r>
          </a:p>
          <a:p>
            <a:pPr marL="0" indent="0">
              <a:buNone/>
            </a:pPr>
            <a:r>
              <a:rPr lang="en-IN" dirty="0"/>
              <a:t>//country (key) ,population (value)</a:t>
            </a:r>
          </a:p>
          <a:p>
            <a:pPr marL="0" indent="0">
              <a:buNone/>
            </a:pPr>
            <a:r>
              <a:rPr lang="en-IN" dirty="0"/>
              <a:t>HashMap&lt;String ,Integer&gt; map=new HashMap&lt;&gt;();</a:t>
            </a:r>
          </a:p>
        </p:txBody>
      </p:sp>
    </p:spTree>
    <p:extLst>
      <p:ext uri="{BB962C8B-B14F-4D97-AF65-F5344CB8AC3E}">
        <p14:creationId xmlns:p14="http://schemas.microsoft.com/office/powerpoint/2010/main" val="3476371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FED18-1F9C-1651-1059-D508F01E0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26" y="545433"/>
            <a:ext cx="11000875" cy="550244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//Insertion</a:t>
            </a:r>
          </a:p>
          <a:p>
            <a:pPr marL="0" indent="0" algn="just">
              <a:buNone/>
            </a:pPr>
            <a:r>
              <a:rPr lang="en-US" dirty="0" err="1"/>
              <a:t>map.put</a:t>
            </a:r>
            <a:r>
              <a:rPr lang="en-US" dirty="0"/>
              <a:t>(“India”,120);</a:t>
            </a:r>
          </a:p>
          <a:p>
            <a:pPr marL="0" indent="0" algn="just">
              <a:buNone/>
            </a:pPr>
            <a:r>
              <a:rPr lang="en-US" dirty="0" err="1"/>
              <a:t>map.put</a:t>
            </a:r>
            <a:r>
              <a:rPr lang="en-US" dirty="0"/>
              <a:t>(“India”,120);</a:t>
            </a:r>
          </a:p>
          <a:p>
            <a:pPr marL="0" indent="0" algn="just">
              <a:buNone/>
            </a:pPr>
            <a:r>
              <a:rPr lang="en-US" dirty="0" err="1"/>
              <a:t>map.put</a:t>
            </a:r>
            <a:r>
              <a:rPr lang="en-US" dirty="0"/>
              <a:t>(“china,150);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//print</a:t>
            </a:r>
          </a:p>
          <a:p>
            <a:pPr marL="0" indent="0" algn="just">
              <a:buNone/>
            </a:pPr>
            <a:r>
              <a:rPr lang="en-IN" dirty="0" err="1"/>
              <a:t>System.out.println</a:t>
            </a:r>
            <a:r>
              <a:rPr lang="en-IN" dirty="0"/>
              <a:t>(map);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//re-insert the </a:t>
            </a:r>
            <a:r>
              <a:rPr lang="en-IN" dirty="0" err="1"/>
              <a:t>exsisting</a:t>
            </a:r>
            <a:r>
              <a:rPr lang="en-IN" dirty="0"/>
              <a:t> one</a:t>
            </a:r>
          </a:p>
          <a:p>
            <a:pPr marL="0" indent="0" algn="just">
              <a:buNone/>
            </a:pPr>
            <a:r>
              <a:rPr lang="en-IN" dirty="0" err="1"/>
              <a:t>map.put</a:t>
            </a:r>
            <a:r>
              <a:rPr lang="en-IN" dirty="0"/>
              <a:t>(“china”,180);</a:t>
            </a:r>
          </a:p>
        </p:txBody>
      </p:sp>
    </p:spTree>
    <p:extLst>
      <p:ext uri="{BB962C8B-B14F-4D97-AF65-F5344CB8AC3E}">
        <p14:creationId xmlns:p14="http://schemas.microsoft.com/office/powerpoint/2010/main" val="2519992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A7096-ED5C-89FA-9982-5491A3494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53979"/>
            <a:ext cx="10744200" cy="5422984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//Insert in HashMap</a:t>
            </a:r>
          </a:p>
          <a:p>
            <a:pPr marL="0" indent="0" algn="just">
              <a:buNone/>
            </a:pPr>
            <a:r>
              <a:rPr lang="en-US" dirty="0" err="1"/>
              <a:t>map.put</a:t>
            </a:r>
            <a:r>
              <a:rPr lang="en-US" dirty="0"/>
              <a:t>() :has 2 cases</a:t>
            </a:r>
          </a:p>
          <a:p>
            <a:pPr marL="0" indent="0" algn="just">
              <a:buNone/>
            </a:pPr>
            <a:r>
              <a:rPr lang="en-US" dirty="0"/>
              <a:t>1.Key exist</a:t>
            </a:r>
          </a:p>
          <a:p>
            <a:pPr marL="0" indent="0" algn="just">
              <a:buNone/>
            </a:pPr>
            <a:r>
              <a:rPr lang="en-US" dirty="0"/>
              <a:t>-&gt;update value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2.Key </a:t>
            </a:r>
            <a:r>
              <a:rPr lang="en-US" dirty="0" err="1"/>
              <a:t>doesnot</a:t>
            </a:r>
            <a:r>
              <a:rPr lang="en-US" dirty="0"/>
              <a:t> exist</a:t>
            </a:r>
          </a:p>
          <a:p>
            <a:pPr marL="0" indent="0" algn="just">
              <a:buNone/>
            </a:pPr>
            <a:r>
              <a:rPr lang="en-IN" dirty="0"/>
              <a:t>-&gt;New pair inserted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//remove</a:t>
            </a:r>
          </a:p>
          <a:p>
            <a:pPr marL="0" indent="0" algn="just">
              <a:buNone/>
            </a:pPr>
            <a:r>
              <a:rPr lang="en-IN" dirty="0" err="1"/>
              <a:t>map.remove</a:t>
            </a:r>
            <a:r>
              <a:rPr lang="en-IN" dirty="0"/>
              <a:t>("China");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4746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00137-F6BE-84ED-C193-7BAD06C84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373" y="405063"/>
            <a:ext cx="11145253" cy="60478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//Search</a:t>
            </a:r>
          </a:p>
          <a:p>
            <a:pPr marL="0" indent="0">
              <a:buNone/>
            </a:pPr>
            <a:r>
              <a:rPr lang="en-IN" dirty="0"/>
              <a:t>if(</a:t>
            </a:r>
            <a:r>
              <a:rPr lang="en-IN" dirty="0" err="1"/>
              <a:t>map.containsKey</a:t>
            </a:r>
            <a:r>
              <a:rPr lang="en-IN" dirty="0"/>
              <a:t>(“</a:t>
            </a:r>
            <a:r>
              <a:rPr lang="en-IN" dirty="0" err="1"/>
              <a:t>china</a:t>
            </a:r>
            <a:r>
              <a:rPr lang="en-IN" dirty="0"/>
              <a:t>”)){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(“Key is present in the map”);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else{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(“Key is not present in the map”);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//.</a:t>
            </a:r>
            <a:r>
              <a:rPr lang="en-IN" dirty="0" err="1"/>
              <a:t>conatinsKey</a:t>
            </a:r>
            <a:r>
              <a:rPr lang="en-IN" dirty="0"/>
              <a:t>() </a:t>
            </a:r>
          </a:p>
          <a:p>
            <a:pPr marL="0" indent="0">
              <a:buNone/>
            </a:pPr>
            <a:r>
              <a:rPr lang="en-IN" dirty="0"/>
              <a:t>returns true or false</a:t>
            </a:r>
          </a:p>
        </p:txBody>
      </p:sp>
    </p:spTree>
    <p:extLst>
      <p:ext uri="{BB962C8B-B14F-4D97-AF65-F5344CB8AC3E}">
        <p14:creationId xmlns:p14="http://schemas.microsoft.com/office/powerpoint/2010/main" val="1658334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386-043A-A22A-80DC-E558A39E5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843" y="336884"/>
            <a:ext cx="11710736" cy="58400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//</a:t>
            </a:r>
            <a:r>
              <a:rPr lang="en-IN" dirty="0" err="1"/>
              <a:t>getFunction</a:t>
            </a:r>
            <a:r>
              <a:rPr lang="en-IN" dirty="0"/>
              <a:t>(); -&gt; returns the value of the key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map.get</a:t>
            </a:r>
            <a:r>
              <a:rPr lang="en-IN" dirty="0"/>
              <a:t>(“China”));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map.get</a:t>
            </a:r>
            <a:r>
              <a:rPr lang="en-IN" dirty="0"/>
              <a:t>(“Indonesia”));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//Iteration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for(</a:t>
            </a:r>
            <a:r>
              <a:rPr lang="en-IN" dirty="0" err="1"/>
              <a:t>Map.Entry</a:t>
            </a:r>
            <a:r>
              <a:rPr lang="en-IN" dirty="0"/>
              <a:t>&lt;</a:t>
            </a:r>
            <a:r>
              <a:rPr lang="en-IN" dirty="0" err="1"/>
              <a:t>String,Integer</a:t>
            </a:r>
            <a:r>
              <a:rPr lang="en-IN" dirty="0"/>
              <a:t>&gt; e : </a:t>
            </a:r>
            <a:r>
              <a:rPr lang="en-IN" dirty="0" err="1"/>
              <a:t>map.entrySet</a:t>
            </a:r>
            <a:r>
              <a:rPr lang="en-IN" dirty="0"/>
              <a:t>()){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e.getKey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e.getValue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Note:</a:t>
            </a:r>
          </a:p>
          <a:p>
            <a:pPr marL="0" indent="0">
              <a:buNone/>
            </a:pPr>
            <a:r>
              <a:rPr lang="en-IN" dirty="0"/>
              <a:t>In </a:t>
            </a:r>
            <a:r>
              <a:rPr lang="en-IN" dirty="0" err="1"/>
              <a:t>entry.Set</a:t>
            </a:r>
            <a:r>
              <a:rPr lang="en-IN" dirty="0"/>
              <a:t>() -&gt; It have key and values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09462-CDF6-19A8-7EDB-BEC14B06D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819" y="449179"/>
            <a:ext cx="4280338" cy="260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45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AA490-94AA-B405-E101-15C0DA909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26" y="465221"/>
            <a:ext cx="11000874" cy="571174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//Iteration (or) to print all keys and corresponding values::</a:t>
            </a:r>
          </a:p>
          <a:p>
            <a:pPr marL="0" indent="0">
              <a:buNone/>
            </a:pPr>
            <a:r>
              <a:rPr lang="en-US" dirty="0"/>
              <a:t>Set&lt;String&gt; keys=</a:t>
            </a:r>
            <a:r>
              <a:rPr lang="en-US" dirty="0" err="1"/>
              <a:t>map.keyset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For(String </a:t>
            </a:r>
            <a:r>
              <a:rPr lang="en-US" dirty="0" err="1"/>
              <a:t>key:keys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System.out.println</a:t>
            </a:r>
            <a:r>
              <a:rPr lang="en-US" dirty="0"/>
              <a:t>(key+” “+</a:t>
            </a:r>
            <a:r>
              <a:rPr lang="en-US" dirty="0" err="1"/>
              <a:t>map.get</a:t>
            </a:r>
            <a:r>
              <a:rPr lang="en-US" dirty="0"/>
              <a:t>(key));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110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760</Words>
  <Application>Microsoft Office PowerPoint</Application>
  <PresentationFormat>Widescreen</PresentationFormat>
  <Paragraphs>146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HASHSET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HASHMAP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Siripuram Nithya Shree</dc:creator>
  <cp:lastModifiedBy>Siripuram Nithya Shree</cp:lastModifiedBy>
  <cp:revision>5</cp:revision>
  <dcterms:created xsi:type="dcterms:W3CDTF">2026-07-03T05:43:44Z</dcterms:created>
  <dcterms:modified xsi:type="dcterms:W3CDTF">2026-07-03T14:59:47Z</dcterms:modified>
</cp:coreProperties>
</file>